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D5CBB-D759-2E5F-478F-C7E0FD8B9A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78862-696D-A627-F731-24E0601D4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B0B2D-15E1-9A30-20F9-165DC1C84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07080-6BA1-43CC-8BF3-1397C6871283}" type="datetimeFigureOut">
              <a:rPr lang="en-IN" smtClean="0"/>
              <a:t>26-01-2026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4A2A3-981F-6A1C-75BA-9FBD2BA60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95471E-B4E5-1A4E-4D27-3BD11513F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C7F5A-F590-45AD-92EE-94CBE6776E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4588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3473C-6E90-5BC1-1E66-44CCB587B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9E44F-B741-D8E2-7906-34684600D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C0909-A8F4-2564-D5D0-47EEB15B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07080-6BA1-43CC-8BF3-1397C6871283}" type="datetimeFigureOut">
              <a:rPr lang="en-IN" smtClean="0"/>
              <a:t>26-01-2026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964E0C-6A7D-1E73-F9B9-A6042588B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1399BD-5DA2-02BE-434C-D266D9EBE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C7F5A-F590-45AD-92EE-94CBE6776E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6266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B6B37-5D36-E06E-5C64-A092DEBAB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339B1-6E66-8B5B-5CA8-787CA1AAD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9DBFC7-D99C-A89E-2A88-2E6F0917C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07080-6BA1-43CC-8BF3-1397C6871283}" type="datetimeFigureOut">
              <a:rPr lang="en-IN" smtClean="0"/>
              <a:t>26-01-2026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AF103-9F4A-601B-295F-0D1972FAD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C91F93-2A8C-9491-2B46-9BB2504C9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C7F5A-F590-45AD-92EE-94CBE6776E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0884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A284-B574-2473-DC3A-C932224A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BEA84-69E4-F393-47A6-BD00C5D40C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A39D83-6BF4-320F-AC64-11F7A3B283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08E796-3F54-A387-32B1-5DA28EE20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07080-6BA1-43CC-8BF3-1397C6871283}" type="datetimeFigureOut">
              <a:rPr lang="en-IN" smtClean="0"/>
              <a:t>26-01-2026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039FF8-645E-EDD8-7462-DF4BE4A34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527BD8-A215-3220-F965-83B0E9AC5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C7F5A-F590-45AD-92EE-94CBE6776E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4371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E830B-92DF-E3D8-A4B3-706E44BF3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BEED25-5104-C7DF-2BC4-DCB497C058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79FF83-223B-258A-DB0A-AE44B5F778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30F2C0-0676-6BC9-B6AA-2A96B00572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F99A77-5BC6-40CB-8C32-DD626F9978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9C591A-4F11-588B-C04C-1F410F0A8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07080-6BA1-43CC-8BF3-1397C6871283}" type="datetimeFigureOut">
              <a:rPr lang="en-IN" smtClean="0"/>
              <a:t>26-01-2026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41B55A-E818-335F-B479-C63F271E9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2C4466-175A-CB41-0153-35EA46DB1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C7F5A-F590-45AD-92EE-94CBE6776E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9323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D4C80-444E-A2F2-CC29-BB83EA556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945F60-030B-6860-9C20-427BB1264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07080-6BA1-43CC-8BF3-1397C6871283}" type="datetimeFigureOut">
              <a:rPr lang="en-IN" smtClean="0"/>
              <a:t>26-01-2026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FE9274-C4FB-8749-F2C1-1321C6E73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EDD789-EC22-A3FF-8427-C7449D71B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C7F5A-F590-45AD-92EE-94CBE6776E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1104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76E098-6B6A-6EE5-F70A-2921A336A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07080-6BA1-43CC-8BF3-1397C6871283}" type="datetimeFigureOut">
              <a:rPr lang="en-IN" smtClean="0"/>
              <a:t>26-01-2026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3B7A78-88E1-D65F-7DBA-B13B79279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C72DE-9206-4593-7B4D-E869CEFCD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C7F5A-F590-45AD-92EE-94CBE6776E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1716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C1F83-AC29-8624-E366-4A00E4752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05ED1-DD66-1247-90C9-FB95FBC145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9F0EF9-E46C-790A-08C7-4930480DB2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F96617-57DD-62D9-FC24-E438AA651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07080-6BA1-43CC-8BF3-1397C6871283}" type="datetimeFigureOut">
              <a:rPr lang="en-IN" smtClean="0"/>
              <a:t>26-01-2026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100D67-E0AE-09A4-4865-2F4937741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CAC190-8C6B-B7A8-9BFF-B024AE4F8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C7F5A-F590-45AD-92EE-94CBE6776E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5830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13F46-4E4C-984E-B91E-31A0CF20A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D0FE4F-509C-9199-01E9-6804014FB5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C93886-21F3-E4CE-C036-6EE7994790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5F070-6493-BD55-1C1F-234E00482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07080-6BA1-43CC-8BF3-1397C6871283}" type="datetimeFigureOut">
              <a:rPr lang="en-IN" smtClean="0"/>
              <a:t>26-01-2026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E8A389-6B18-BE37-2264-221FDC0CE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B8E50-5E80-93EF-8572-F380609E9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C7F5A-F590-45AD-92EE-94CBE6776E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8603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9D597-DA82-3176-9076-E1338142D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8CBA80-8849-5A50-6C31-730B021713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F025E-6592-D36E-9E46-FCC829810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07080-6BA1-43CC-8BF3-1397C6871283}" type="datetimeFigureOut">
              <a:rPr lang="en-IN" smtClean="0"/>
              <a:t>26-01-2026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CF296-5EFA-26D8-8FE8-B85FF03BC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F6284-E4C8-F311-4EE0-E60342126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C7F5A-F590-45AD-92EE-94CBE6776E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2603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F66A40-6F17-2566-6CF8-2B7639E139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C7573F-A1D5-3ECC-A47D-DEF9A486C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1B9A9-C9C6-0BF7-8DBB-B81136D28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07080-6BA1-43CC-8BF3-1397C6871283}" type="datetimeFigureOut">
              <a:rPr lang="en-IN" smtClean="0"/>
              <a:t>26-01-2026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EBF30E-408C-867F-FD97-6D894C370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71EE3-D99D-C643-E635-0AB373E70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C7F5A-F590-45AD-92EE-94CBE6776E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7912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D03A7F-5A15-C2B9-A08C-396D57B40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BE9B11-0DCB-544E-AEDF-92CF19134A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A2100-2378-D225-D2A1-DE1EE9E59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D07080-6BA1-43CC-8BF3-1397C6871283}" type="datetimeFigureOut">
              <a:rPr lang="en-IN" smtClean="0"/>
              <a:t>26-01-2026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5CECD-1AFD-A73F-9DC4-75CAE2101E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71C82F-CBB7-53EE-6608-A3DA18B50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7C7F5A-F590-45AD-92EE-94CBE6776E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4500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waroopSai23/Visualizing-US-Natural-Disaster-Declarations-Trends-and-Patterns/tree/mai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974D3-06A0-D242-7B30-0FF7366BD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66027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IN" b="1" dirty="0">
                <a:hlinkClick r:id="rId2"/>
              </a:rPr>
              <a:t>Visualizing-US-Natural-Disaster-Declarations-Trends-and-Patterns</a:t>
            </a:r>
            <a:br>
              <a:rPr lang="en-IN" dirty="0"/>
            </a:b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873C24-E1AE-7F5B-43B9-B0D049007B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flipV="1">
            <a:off x="1524000" y="5257800"/>
            <a:ext cx="3687097" cy="533400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86212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840B-BF87-17FB-D599-3695EF2F1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u="sng" dirty="0"/>
              <a:t>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EDF39-7BED-1CE5-F8E1-2E7ACFA7E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Contains: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Used: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(EDA &amp; cleaning)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 Desktop (visualization)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50A823D7-E0E8-18BA-3D32-0389BD9E51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35478"/>
            <a:ext cx="417625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State and region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Disaster type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Incident dates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Request status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Assistance programs requested</a:t>
            </a:r>
          </a:p>
        </p:txBody>
      </p:sp>
    </p:spTree>
    <p:extLst>
      <p:ext uri="{BB962C8B-B14F-4D97-AF65-F5344CB8AC3E}">
        <p14:creationId xmlns:p14="http://schemas.microsoft.com/office/powerpoint/2010/main" val="1902141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3F1F3-B0AB-F446-BE19-920C422F7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u="sng" dirty="0"/>
              <a:t>Data Cleaning &amp; Preparation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024F-DB35-1A4E-0D8B-A81D9B0006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b="1" dirty="0"/>
              <a:t>Steps Performed:</a:t>
            </a:r>
            <a:endParaRPr lang="en-IN" dirty="0"/>
          </a:p>
          <a:p>
            <a:r>
              <a:rPr lang="en-US" dirty="0"/>
              <a:t>Checked missing values using EDA</a:t>
            </a:r>
          </a:p>
          <a:p>
            <a:r>
              <a:rPr lang="en-US" dirty="0"/>
              <a:t>Retained missing end dates as they represent ongoing or single-day disasters</a:t>
            </a:r>
          </a:p>
          <a:p>
            <a:r>
              <a:rPr lang="en-IN" dirty="0"/>
              <a:t>Removed non-analytical ID columns</a:t>
            </a:r>
          </a:p>
          <a:p>
            <a:r>
              <a:rPr lang="en-US" dirty="0"/>
              <a:t>Ensured correct data types (date, numeric, categorical)</a:t>
            </a:r>
            <a:endParaRPr lang="en-IN" dirty="0"/>
          </a:p>
          <a:p>
            <a:endParaRPr lang="en-IN" dirty="0"/>
          </a:p>
          <a:p>
            <a:pPr marL="0" indent="0">
              <a:buNone/>
            </a:pPr>
            <a:r>
              <a:rPr lang="en-IN" b="1" dirty="0" err="1"/>
              <a:t>Colab</a:t>
            </a:r>
            <a:r>
              <a:rPr lang="en-IN" b="1" dirty="0"/>
              <a:t> Link:</a:t>
            </a:r>
            <a:r>
              <a:rPr lang="en-IN" dirty="0"/>
              <a:t> https://colab.research.google.com/drive/1cJkzspuwOXlw9A1Cf9M6G8i6HY0pnJtf?usp=sharing</a:t>
            </a:r>
          </a:p>
        </p:txBody>
      </p:sp>
    </p:spTree>
    <p:extLst>
      <p:ext uri="{BB962C8B-B14F-4D97-AF65-F5344CB8AC3E}">
        <p14:creationId xmlns:p14="http://schemas.microsoft.com/office/powerpoint/2010/main" val="3194630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7C1B2-35B9-48F0-1415-47B42FECB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u="sng" dirty="0"/>
              <a:t>Data </a:t>
            </a:r>
            <a:r>
              <a:rPr lang="en-IN" b="1" u="sng" dirty="0" err="1"/>
              <a:t>Modeling</a:t>
            </a:r>
            <a:r>
              <a:rPr lang="en-IN" b="1" u="sng" dirty="0"/>
              <a:t> &amp; Measures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6DDB5-36E6-F1C0-B4CF-FFE13330F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Calculated Column:</a:t>
            </a:r>
            <a:endParaRPr lang="en-US" dirty="0"/>
          </a:p>
          <a:p>
            <a:r>
              <a:rPr lang="en-US" dirty="0" err="1"/>
              <a:t>Approval_Flag</a:t>
            </a:r>
            <a:r>
              <a:rPr lang="en-US" dirty="0"/>
              <a:t> → converts request status to numeric form</a:t>
            </a:r>
          </a:p>
          <a:p>
            <a:pPr marL="0" indent="0">
              <a:buNone/>
            </a:pPr>
            <a:r>
              <a:rPr lang="en-US" b="1" dirty="0"/>
              <a:t>Measures Created:</a:t>
            </a:r>
            <a:endParaRPr lang="en-US" dirty="0"/>
          </a:p>
          <a:p>
            <a:r>
              <a:rPr lang="en-US" b="1" dirty="0"/>
              <a:t>Total Requests</a:t>
            </a:r>
            <a:r>
              <a:rPr lang="en-US" dirty="0"/>
              <a:t> – total number of disaster requests</a:t>
            </a:r>
          </a:p>
          <a:p>
            <a:r>
              <a:rPr lang="en-US" b="1" dirty="0"/>
              <a:t>Unique States</a:t>
            </a:r>
            <a:r>
              <a:rPr lang="en-US" dirty="0"/>
              <a:t> – number of states involved</a:t>
            </a:r>
          </a:p>
          <a:p>
            <a:r>
              <a:rPr lang="en-US" b="1" dirty="0"/>
              <a:t>Rejected Rate</a:t>
            </a:r>
            <a:r>
              <a:rPr lang="en-US" dirty="0"/>
              <a:t> – percentage of rejected requests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0283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EA522-D427-1CF6-BAD6-25A590871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u="sng" dirty="0"/>
              <a:t>KPI(Key Performance Indicators)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3268E-E38F-0BE2-8BE3-1ACC5EF3E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Explanation of KPI:</a:t>
            </a:r>
            <a:endParaRPr lang="en-US" dirty="0"/>
          </a:p>
          <a:p>
            <a:r>
              <a:rPr lang="en-US" dirty="0"/>
              <a:t>Total Requests → overall scale of disasters</a:t>
            </a:r>
          </a:p>
          <a:p>
            <a:r>
              <a:rPr lang="en-US" dirty="0"/>
              <a:t>Unique States → geographic spread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D08B2E-8182-E8FC-FCE0-A595D4563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9712" y="1579931"/>
            <a:ext cx="2181529" cy="4248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217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1AE02-2B63-2CDD-9209-B3B3DE5C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u="sng" dirty="0"/>
              <a:t>Visual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B840A-8A2C-E1EA-E8DF-E7FAA91EE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Charts Included:</a:t>
            </a:r>
            <a:endParaRPr lang="en-US" dirty="0"/>
          </a:p>
          <a:p>
            <a:r>
              <a:rPr lang="en-US" dirty="0"/>
              <a:t>Top Disaster Types by Requests (bar chart)</a:t>
            </a:r>
          </a:p>
          <a:p>
            <a:r>
              <a:rPr lang="en-US" dirty="0"/>
              <a:t>Top States by Disaster Requests (bar chart)</a:t>
            </a:r>
          </a:p>
          <a:p>
            <a:r>
              <a:rPr lang="en-US" dirty="0"/>
              <a:t>Disaster Requests Over Time (line chart)</a:t>
            </a:r>
          </a:p>
          <a:p>
            <a:pPr marL="0" indent="0">
              <a:buNone/>
            </a:pPr>
            <a:r>
              <a:rPr lang="en-US" b="1" dirty="0"/>
              <a:t>Key Insight:</a:t>
            </a:r>
            <a:endParaRPr lang="en-US" dirty="0"/>
          </a:p>
          <a:p>
            <a:r>
              <a:rPr lang="en-US" dirty="0"/>
              <a:t>Weather-related disasters dominate requests</a:t>
            </a:r>
          </a:p>
          <a:p>
            <a:r>
              <a:rPr lang="en-US" dirty="0"/>
              <a:t>Requests are concentrated in a few states</a:t>
            </a:r>
          </a:p>
          <a:p>
            <a:r>
              <a:rPr lang="en-US" dirty="0"/>
              <a:t>Trends vary across years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229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A81D-E862-EA5B-BAD4-051CAD21D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u="sng" dirty="0"/>
              <a:t>Geographic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87F75-45ED-9A4D-6500-39A7C18E2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Explanation:</a:t>
            </a:r>
            <a:endParaRPr lang="en-US" dirty="0"/>
          </a:p>
          <a:p>
            <a:r>
              <a:rPr lang="en-US" dirty="0"/>
              <a:t>Filled map shows state-wise concentration of disaster requests</a:t>
            </a:r>
          </a:p>
          <a:p>
            <a:r>
              <a:rPr lang="en-US" dirty="0"/>
              <a:t>Helps identify high-risk regions visually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AF75DE-1234-194A-E831-6294658DD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87" y="2979736"/>
            <a:ext cx="2591162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337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A2F24-D7D3-4AE5-D563-90C0A1216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4410"/>
          </a:xfrm>
        </p:spPr>
        <p:txBody>
          <a:bodyPr/>
          <a:lstStyle/>
          <a:p>
            <a:r>
              <a:rPr lang="en-IN" b="1" u="sng" dirty="0"/>
              <a:t>Interactivity – Filters (Slicers)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4973F-DBFD-0569-3406-7BF401EC4B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1045"/>
            <a:ext cx="10515600" cy="506591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Filters Used:</a:t>
            </a:r>
            <a:endParaRPr lang="en-US" dirty="0"/>
          </a:p>
          <a:p>
            <a:r>
              <a:rPr lang="en-US" dirty="0"/>
              <a:t>State → filters data for selected states</a:t>
            </a:r>
          </a:p>
          <a:p>
            <a:r>
              <a:rPr lang="en-US" dirty="0"/>
              <a:t>Disaster Type → focuses on specific disaster categories</a:t>
            </a:r>
          </a:p>
          <a:p>
            <a:r>
              <a:rPr lang="en-US" dirty="0"/>
              <a:t>Year → filters data by time range</a:t>
            </a:r>
          </a:p>
          <a:p>
            <a:pPr marL="0" indent="0">
              <a:buNone/>
            </a:pPr>
            <a:r>
              <a:rPr lang="en-US" b="1" dirty="0"/>
              <a:t>Benefit:</a:t>
            </a:r>
            <a:endParaRPr lang="en-US" dirty="0"/>
          </a:p>
          <a:p>
            <a:r>
              <a:rPr lang="en-US" dirty="0"/>
              <a:t>Enables focused analysis without multiple dashboards</a:t>
            </a:r>
          </a:p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1DA242-F1EE-CBE2-266E-F1B7CC34F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003" y="4230354"/>
            <a:ext cx="3162741" cy="18385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7702DDE-20AB-CC17-D94C-DC4407DCF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4155" y="4356111"/>
            <a:ext cx="2279768" cy="13908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2D69BB-9433-7909-6DB6-C45CCE4B8E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7721" y="4356111"/>
            <a:ext cx="3124636" cy="185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270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E7F17-1955-1290-42B7-2A08E51BC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914"/>
          </a:xfrm>
        </p:spPr>
        <p:txBody>
          <a:bodyPr/>
          <a:lstStyle/>
          <a:p>
            <a:r>
              <a:rPr lang="en-IN" b="1" u="sng" dirty="0"/>
              <a:t>Conclusion: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357FD-52E7-8307-2249-AC6571F59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8026"/>
            <a:ext cx="10515600" cy="488893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Content:</a:t>
            </a:r>
            <a:endParaRPr lang="en-US" dirty="0"/>
          </a:p>
          <a:p>
            <a:r>
              <a:rPr lang="en-US" dirty="0"/>
              <a:t>Built an end-to-end Power BI dashboard from cleaned data</a:t>
            </a:r>
          </a:p>
          <a:p>
            <a:r>
              <a:rPr lang="en-US" dirty="0"/>
              <a:t>Gained insights into disaster trends, geography, and outcomes</a:t>
            </a:r>
          </a:p>
          <a:p>
            <a:r>
              <a:rPr lang="en-US" dirty="0"/>
              <a:t>Dashboard supports interactive and dynamic analysis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514AA8-3263-E0C4-A590-AACBFA4F9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284" y="3429000"/>
            <a:ext cx="6253316" cy="2548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0246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293</Words>
  <Application>Microsoft Office PowerPoint</Application>
  <PresentationFormat>Widescreen</PresentationFormat>
  <Paragraphs>59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Visualizing-US-Natural-Disaster-Declarations-Trends-and-Patterns </vt:lpstr>
      <vt:lpstr>Dataset Overview</vt:lpstr>
      <vt:lpstr>Data Cleaning &amp; Preparation </vt:lpstr>
      <vt:lpstr>Data Modeling &amp; Measures</vt:lpstr>
      <vt:lpstr>KPI(Key Performance Indicators) Summary</vt:lpstr>
      <vt:lpstr>Visual Analysis</vt:lpstr>
      <vt:lpstr>Geographic Analysis</vt:lpstr>
      <vt:lpstr>Interactivity – Filters (Slicers)</vt:lpstr>
      <vt:lpstr>Conclusion: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 Lakshmi Sivani Dadi</dc:creator>
  <cp:lastModifiedBy>Sri Lakshmi Sivani Dadi</cp:lastModifiedBy>
  <cp:revision>2</cp:revision>
  <dcterms:created xsi:type="dcterms:W3CDTF">2026-01-25T16:12:35Z</dcterms:created>
  <dcterms:modified xsi:type="dcterms:W3CDTF">2026-01-26T09:04:00Z</dcterms:modified>
</cp:coreProperties>
</file>